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F43F5E"/>
                </a:solidFill>
                <a:latin typeface="Segoe UI"/>
              </a:defRPr>
            </a:pPr>
            <a:r>
              <a:t>simplyMusic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1F5F9"/>
                </a:solidFill>
                <a:latin typeface="Segoe UI"/>
              </a:defRPr>
            </a:pPr>
            <a:r>
              <a:t>Architecture &amp; Security Overhaul</a:t>
            </a:r>
          </a:p>
          <a:p>
            <a:pPr>
              <a:defRPr>
                <a:solidFill>
                  <a:srgbClr val="F1F5F9"/>
                </a:solidFill>
                <a:latin typeface="Segoe UI"/>
              </a:defRPr>
            </a:pPr>
            <a:r>
              <a:t>Secure, Scalable Audio Streaming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43F5E"/>
                </a:solidFill>
                <a:latin typeface="Segoe UI"/>
              </a:defRPr>
            </a:pPr>
            <a:r>
              <a:t>1. Application Overview &amp; Usability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1F5F9"/>
                </a:solidFill>
                <a:latin typeface="Segoe UI"/>
              </a:defRPr>
            </a:pPr>
            <a:r>
              <a:t>A premium audio streaming platform built for scale.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React &amp; Tailwind CSS Frontend: Dynamic, fluid animations with Light/Dark mode.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Keycloak Integration: Seamless custom-themed identity management.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Microservices Backend: Spring Boot ecosystem (API Gateway, Analytics, Audio).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43F5E"/>
                </a:solidFill>
                <a:latin typeface="Segoe UI"/>
              </a:defRPr>
            </a:pPr>
            <a:r>
              <a:t>2. Initial Architecture &amp;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1F5F9"/>
                </a:solidFill>
                <a:latin typeface="Segoe UI"/>
              </a:defRPr>
            </a:pPr>
            <a:r>
              <a:t>Early implementation lacked robust isolation and centralized security.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Vulnerability: CORS Misconfiguration &amp; Direct API Exposure.</a:t>
            </a:r>
          </a:p>
          <a:p>
            <a:pPr lvl="2">
              <a:defRPr>
                <a:solidFill>
                  <a:srgbClr val="F1F5F9"/>
                </a:solidFill>
                <a:latin typeface="Segoe UI"/>
              </a:defRPr>
            </a:pPr>
            <a:r>
              <a:t>Resolution: Implemented API Gateway as a strict, single entry point.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Vulnerability: Hardcoded Identity &amp; Lack of Data Isolation.</a:t>
            </a:r>
          </a:p>
          <a:p>
            <a:pPr lvl="2">
              <a:defRPr>
                <a:solidFill>
                  <a:srgbClr val="F1F5F9"/>
                </a:solidFill>
                <a:latin typeface="Segoe UI"/>
              </a:defRPr>
            </a:pPr>
            <a:r>
              <a:t>Resolution: True Multi-Tenant Architecture via OAuth2 Subject ID.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Vulnerability: Exposed Object Storage (MinIO).</a:t>
            </a:r>
          </a:p>
          <a:p>
            <a:pPr lvl="2">
              <a:defRPr>
                <a:solidFill>
                  <a:srgbClr val="F1F5F9"/>
                </a:solidFill>
                <a:latin typeface="Segoe UI"/>
              </a:defRPr>
            </a:pPr>
            <a:r>
              <a:t>Resolution: Secure streaming via dynamically generated, short-lived URLs.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43F5E"/>
                </a:solidFill>
                <a:latin typeface="Segoe UI"/>
              </a:defRPr>
            </a:pPr>
            <a:r>
              <a:t>3. Current Secure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1F5F9"/>
                </a:solidFill>
                <a:latin typeface="Segoe UI"/>
              </a:defRPr>
            </a:pPr>
            <a:r>
              <a:t>Zero-Trust Multi-Tenant Architecture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Identity Provider (Keycloak): Issues secure JWTs and manages user lifecycles.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API Gateway: Validates JWT signatures via public keys before routing.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Tenant Context Injection: Gateway extracts 'sub' (Tenant ID) and injects into requests.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Stateless Microservices: MongoDB and MinIO queries strictly scoped to Tenant 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43F5E"/>
                </a:solidFill>
                <a:latin typeface="Segoe UI"/>
              </a:defRPr>
            </a:pPr>
            <a:r>
              <a:t>4. Request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1F5F9"/>
                </a:solidFill>
                <a:latin typeface="Segoe UI"/>
              </a:defRPr>
            </a:pPr>
            <a:r>
              <a:t>End-to-End Flow for Audio Playback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1. Client requests audio from Gateway with Bearer token.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2. Gateway validates JWT &amp; injects X-Tenant-ID.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3. Gateway routes to Backend Service via Eureka.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4. Backend queries MongoDB to verify ownership using Tenant ID.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5. Backend calls MinIO to generate a short-lived presigned URL.</a:t>
            </a:r>
          </a:p>
          <a:p>
            <a:pPr lvl="1">
              <a:defRPr>
                <a:solidFill>
                  <a:srgbClr val="F1F5F9"/>
                </a:solidFill>
                <a:latin typeface="Segoe UI"/>
              </a:defRPr>
            </a:pPr>
            <a:r>
              <a:t>6. Client safely streams directly from MinIO.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